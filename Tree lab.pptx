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7" autoAdjust="0"/>
    <p:restoredTop sz="94667"/>
  </p:normalViewPr>
  <p:slideViewPr>
    <p:cSldViewPr>
      <p:cViewPr>
        <p:scale>
          <a:sx n="160" d="100"/>
          <a:sy n="160" d="100"/>
        </p:scale>
        <p:origin x="224" y="-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83978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16, 34, 35, 38, 39, 41, 44, 45, 55, 63, 64, 65, 72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45, 38, 34, 16, 35, 41, 39, 44, 65, 63, 55, 64, 72  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      16, 35, 34, 39, 44, 41, 38, 55, 64, 63, 72, 65, 45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Height is 3. Nodes on level 2 are 38 and 65.	 	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48 - 7 % 2 / 24 * 18 – 5 * 2 + 12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48 7 2 % – 24 / 18 5 2 * - 12 + *</a:t>
            </a: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20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39.16</a:t>
            </a:r>
            <a:r>
              <a:rPr lang="en-US" sz="1200" i="1" dirty="0">
                <a:latin typeface="Times New Roman" pitchFamily="18" charset="0"/>
              </a:rPr>
              <a:t>666666</a:t>
            </a:r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B97B3-A986-D04D-597B-4AF65380D89C}"/>
              </a:ext>
            </a:extLst>
          </p:cNvPr>
          <p:cNvSpPr txBox="1"/>
          <p:nvPr/>
        </p:nvSpPr>
        <p:spPr>
          <a:xfrm>
            <a:off x="1547235" y="18249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B8E89-BCF6-C8BB-1F9C-5EA898F63B85}"/>
              </a:ext>
            </a:extLst>
          </p:cNvPr>
          <p:cNvSpPr txBox="1"/>
          <p:nvPr/>
        </p:nvSpPr>
        <p:spPr>
          <a:xfrm>
            <a:off x="1581745" y="21013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EC92C-0E97-2592-E67C-E0824421B82E}"/>
              </a:ext>
            </a:extLst>
          </p:cNvPr>
          <p:cNvSpPr txBox="1"/>
          <p:nvPr/>
        </p:nvSpPr>
        <p:spPr>
          <a:xfrm>
            <a:off x="1590928" y="238673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277DD9-F9D6-FC1B-5E3C-166E0B17FA72}"/>
              </a:ext>
            </a:extLst>
          </p:cNvPr>
          <p:cNvSpPr txBox="1"/>
          <p:nvPr/>
        </p:nvSpPr>
        <p:spPr>
          <a:xfrm>
            <a:off x="1532028" y="300407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06898-F774-765A-8471-941F385609AA}"/>
              </a:ext>
            </a:extLst>
          </p:cNvPr>
          <p:cNvSpPr txBox="1"/>
          <p:nvPr/>
        </p:nvSpPr>
        <p:spPr>
          <a:xfrm>
            <a:off x="1532028" y="269806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DB77D-365E-9DB8-94AB-7C645C9E44A0}"/>
              </a:ext>
            </a:extLst>
          </p:cNvPr>
          <p:cNvSpPr txBox="1"/>
          <p:nvPr/>
        </p:nvSpPr>
        <p:spPr>
          <a:xfrm>
            <a:off x="1570128" y="42291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B12C7-DAE3-1E79-8A50-D4C5B2164AF7}"/>
              </a:ext>
            </a:extLst>
          </p:cNvPr>
          <p:cNvSpPr txBox="1"/>
          <p:nvPr/>
        </p:nvSpPr>
        <p:spPr>
          <a:xfrm>
            <a:off x="1546592" y="3912523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6B2C5D-7B47-2AE1-10E3-751240B67A57}"/>
              </a:ext>
            </a:extLst>
          </p:cNvPr>
          <p:cNvSpPr txBox="1"/>
          <p:nvPr/>
        </p:nvSpPr>
        <p:spPr>
          <a:xfrm>
            <a:off x="1539677" y="4516329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EB945-BCCC-101E-4AF6-B2EEF087B7C9}"/>
              </a:ext>
            </a:extLst>
          </p:cNvPr>
          <p:cNvSpPr txBox="1"/>
          <p:nvPr/>
        </p:nvSpPr>
        <p:spPr>
          <a:xfrm>
            <a:off x="1686511" y="364358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2C21D2-DFED-C643-EB08-5F198739B029}"/>
              </a:ext>
            </a:extLst>
          </p:cNvPr>
          <p:cNvSpPr txBox="1"/>
          <p:nvPr/>
        </p:nvSpPr>
        <p:spPr>
          <a:xfrm>
            <a:off x="1649284" y="33461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FEE265-5AB8-A0DD-0D20-665CD5634D58}"/>
              </a:ext>
            </a:extLst>
          </p:cNvPr>
          <p:cNvSpPr txBox="1"/>
          <p:nvPr/>
        </p:nvSpPr>
        <p:spPr>
          <a:xfrm>
            <a:off x="1634248" y="605672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83DC44-2B9A-AF7C-374D-0C82D3316DF7}"/>
              </a:ext>
            </a:extLst>
          </p:cNvPr>
          <p:cNvSpPr txBox="1"/>
          <p:nvPr/>
        </p:nvSpPr>
        <p:spPr>
          <a:xfrm>
            <a:off x="1524000" y="487680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5E48BD-A032-83DC-9829-5127E125344A}"/>
              </a:ext>
            </a:extLst>
          </p:cNvPr>
          <p:cNvSpPr txBox="1"/>
          <p:nvPr/>
        </p:nvSpPr>
        <p:spPr>
          <a:xfrm>
            <a:off x="1524000" y="519326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E22DCD-2624-2FDB-8FAA-D17A2674CE17}"/>
              </a:ext>
            </a:extLst>
          </p:cNvPr>
          <p:cNvSpPr txBox="1"/>
          <p:nvPr/>
        </p:nvSpPr>
        <p:spPr>
          <a:xfrm>
            <a:off x="1524000" y="5421868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E06315-16FC-EDBF-DC95-A08E10751E01}"/>
              </a:ext>
            </a:extLst>
          </p:cNvPr>
          <p:cNvSpPr txBox="1"/>
          <p:nvPr/>
        </p:nvSpPr>
        <p:spPr>
          <a:xfrm>
            <a:off x="1524000" y="579120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1F9D5587-BA38-D7A1-594F-F34D569CD7F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915152"/>
            <a:ext cx="3279427" cy="1784195"/>
            <a:chOff x="912" y="624"/>
            <a:chExt cx="2637" cy="1536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978BECF7-6923-D732-0B1F-48F88F462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7A7D6194-3E57-CC38-3D77-6863F7A78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B6AC19FF-94D5-4BD4-B85A-F04CE0F44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71</a:t>
              </a:r>
            </a:p>
          </p:txBody>
        </p:sp>
        <p:sp>
          <p:nvSpPr>
            <p:cNvPr id="7" name="Oval 9">
              <a:extLst>
                <a:ext uri="{FF2B5EF4-FFF2-40B4-BE49-F238E27FC236}">
                  <a16:creationId xmlns:a16="http://schemas.microsoft.com/office/drawing/2014/main" id="{C47D2E03-DA74-6A30-8C56-A8BCA2C21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8" name="Oval 10">
              <a:extLst>
                <a:ext uri="{FF2B5EF4-FFF2-40B4-BE49-F238E27FC236}">
                  <a16:creationId xmlns:a16="http://schemas.microsoft.com/office/drawing/2014/main" id="{A5A1615B-9F59-66E9-2F22-C274027DB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E8F2428D-5B1D-6612-38FC-5C07DE736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25</a:t>
              </a:r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0E9EA67B-1E8D-82BD-8587-219C597E4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17</a:t>
              </a:r>
            </a:p>
          </p:txBody>
        </p:sp>
        <p:sp>
          <p:nvSpPr>
            <p:cNvPr id="12" name="Oval 14">
              <a:extLst>
                <a:ext uri="{FF2B5EF4-FFF2-40B4-BE49-F238E27FC236}">
                  <a16:creationId xmlns:a16="http://schemas.microsoft.com/office/drawing/2014/main" id="{5D99918F-3431-0A24-599F-690B2A9FD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52</a:t>
              </a:r>
            </a:p>
          </p:txBody>
        </p:sp>
        <p:sp>
          <p:nvSpPr>
            <p:cNvPr id="14" name="Oval 16">
              <a:extLst>
                <a:ext uri="{FF2B5EF4-FFF2-40B4-BE49-F238E27FC236}">
                  <a16:creationId xmlns:a16="http://schemas.microsoft.com/office/drawing/2014/main" id="{F5B06F6A-0389-3162-090A-782D0FA29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CA5C8081-5325-D47D-2CFB-076FD9454B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9">
              <a:extLst>
                <a:ext uri="{FF2B5EF4-FFF2-40B4-BE49-F238E27FC236}">
                  <a16:creationId xmlns:a16="http://schemas.microsoft.com/office/drawing/2014/main" id="{A78539F8-194C-4D95-AF78-B3538C738A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20">
              <a:extLst>
                <a:ext uri="{FF2B5EF4-FFF2-40B4-BE49-F238E27FC236}">
                  <a16:creationId xmlns:a16="http://schemas.microsoft.com/office/drawing/2014/main" id="{1A64B4B3-B9C7-B518-F623-76B325765D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D4AA28F2-283C-D9B0-2947-6A8FD5BD8A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60532591-2960-D17D-B729-3C95A431C2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24">
              <a:extLst>
                <a:ext uri="{FF2B5EF4-FFF2-40B4-BE49-F238E27FC236}">
                  <a16:creationId xmlns:a16="http://schemas.microsoft.com/office/drawing/2014/main" id="{2E0D8C37-C4F3-D58E-536B-C6F207BA4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25">
              <a:extLst>
                <a:ext uri="{FF2B5EF4-FFF2-40B4-BE49-F238E27FC236}">
                  <a16:creationId xmlns:a16="http://schemas.microsoft.com/office/drawing/2014/main" id="{5F973883-44CF-9B59-B5F5-A86E912EB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8">
              <a:extLst>
                <a:ext uri="{FF2B5EF4-FFF2-40B4-BE49-F238E27FC236}">
                  <a16:creationId xmlns:a16="http://schemas.microsoft.com/office/drawing/2014/main" id="{AD01D69D-87D2-4960-569D-B6F1E6A0D9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06134152-E6BE-4EB3-6D4C-8C82A9390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Text Box 31">
              <a:extLst>
                <a:ext uri="{FF2B5EF4-FFF2-40B4-BE49-F238E27FC236}">
                  <a16:creationId xmlns:a16="http://schemas.microsoft.com/office/drawing/2014/main" id="{757E2586-E4CA-D5B9-C49D-31C195E6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7" name="Line 32">
              <a:extLst>
                <a:ext uri="{FF2B5EF4-FFF2-40B4-BE49-F238E27FC236}">
                  <a16:creationId xmlns:a16="http://schemas.microsoft.com/office/drawing/2014/main" id="{C92AB789-C471-A6A6-F2A1-94C9FC759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C3922EBB-9A6E-0B19-BEC7-1DC4D373A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13">
              <a:extLst>
                <a:ext uri="{FF2B5EF4-FFF2-40B4-BE49-F238E27FC236}">
                  <a16:creationId xmlns:a16="http://schemas.microsoft.com/office/drawing/2014/main" id="{8766AAF3-BDB6-1D94-E8DC-E1B8B24A6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477</Words>
  <Application>Microsoft Macintosh PowerPoint</Application>
  <PresentationFormat>On-screen Show (4:3)</PresentationFormat>
  <Paragraphs>136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Podlesny, Renata</cp:lastModifiedBy>
  <cp:revision>24</cp:revision>
  <cp:lastPrinted>2016-04-12T17:35:20Z</cp:lastPrinted>
  <dcterms:created xsi:type="dcterms:W3CDTF">2006-11-01T05:42:40Z</dcterms:created>
  <dcterms:modified xsi:type="dcterms:W3CDTF">2026-04-09T13:56:18Z</dcterms:modified>
</cp:coreProperties>
</file>